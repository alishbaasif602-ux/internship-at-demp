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0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B6E75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DEEP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Techniques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&amp; Diagrams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 •  SGD  •  Mini-Batch  •  Momentum  •  RMSProp  •  Adam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Gradient Descent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gradient using the ENTIRE training dataset before making one weight update. One epoch = one update.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4F7F8"/>
          </a:solidFill>
          <a:ln/>
        </p:spPr>
      </p:sp>
      <p:pic>
        <p:nvPicPr>
          <p:cNvPr id="8" name="Image 0" descr="diagrams/batch_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452628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5166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Full-dataset update — stable but slow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167C84-05D9-224A-69BA-CD5C025D4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37" y="3295436"/>
            <a:ext cx="512580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Gradient Descent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weights after computing the gradient from just ONE randomly chosen sample — N updates per epoch.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4F7F8"/>
          </a:solidFill>
          <a:ln/>
        </p:spPr>
      </p:sp>
      <p:pic>
        <p:nvPicPr>
          <p:cNvPr id="8" name="Image 0" descr="diagrams/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452628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5166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update — fast but noisy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7CA822-0416-BDE7-76DF-CB30037CD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33" y="3429000"/>
            <a:ext cx="5299613" cy="13748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Mini-Batch Gradient Descent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small batches (e.g. 32, 64) and updates after each batch — a balance between Batch and SGD.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4F7F8"/>
          </a:solidFill>
          <a:ln/>
        </p:spPr>
      </p:sp>
      <p:pic>
        <p:nvPicPr>
          <p:cNvPr id="8" name="Image 0" descr="diagrams/minibatch_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452628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5166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approach — industry default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DBE873-8707-B271-F3ED-BE022D3CF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87" y="3594025"/>
            <a:ext cx="5096506" cy="1265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OPTIMIZER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velocity term that accumulates past gradients, keeping updates moving in a consistent direction.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4F7F8"/>
          </a:solidFill>
          <a:ln/>
        </p:spPr>
      </p:sp>
      <p:pic>
        <p:nvPicPr>
          <p:cNvPr id="8" name="Image 0" descr="diagrams/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452628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5166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descent — like a rolling ball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C731C7-D141-085B-768D-A83F98A15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48" y="3429000"/>
            <a:ext cx="4997072" cy="1606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OPTIMIZER ·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Optimizer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Momentum's velocity with RMSProp's adaptive scaling, plus bias correction — today's default optimizer.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80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4F7F8"/>
          </a:solidFill>
          <a:ln/>
        </p:spPr>
      </p:sp>
      <p:pic>
        <p:nvPicPr>
          <p:cNvPr id="8" name="Image 0" descr="diagrams/ad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80"/>
            <a:ext cx="452628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5166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+ RMSProp — fast and stable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1EBA79-0C2D-FD77-BC97-0DBA66672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79" y="3085232"/>
            <a:ext cx="4596623" cy="24730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</Words>
  <Application>Microsoft Office PowerPoint</Application>
  <PresentationFormat>Widescreen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— Simplified</dc:title>
  <dc:subject>PptxGenJS Presentation</dc:subject>
  <dc:creator>PptxGenJS</dc:creator>
  <cp:lastModifiedBy>Alishba asif</cp:lastModifiedBy>
  <cp:revision>2</cp:revision>
  <dcterms:created xsi:type="dcterms:W3CDTF">2026-07-09T09:25:33Z</dcterms:created>
  <dcterms:modified xsi:type="dcterms:W3CDTF">2026-07-12T18:14:55Z</dcterms:modified>
</cp:coreProperties>
</file>