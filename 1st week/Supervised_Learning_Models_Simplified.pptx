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474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6B4E9E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E8734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Models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Diagrams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Fits a straight line through the data by minimizing the total squared distance between predicted and actual values.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2B1B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6F3FA"/>
          </a:solidFill>
          <a:ln/>
        </p:spPr>
      </p:sp>
      <p:pic>
        <p:nvPicPr>
          <p:cNvPr id="8" name="Image 0" descr="diagrams/linear_regression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45920"/>
            <a:ext cx="470916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B0EE8F-CF81-464E-792F-3E1712B2F4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02"/>
          <a:stretch>
            <a:fillRect/>
          </a:stretch>
        </p:blipFill>
        <p:spPr>
          <a:xfrm>
            <a:off x="735939" y="3194492"/>
            <a:ext cx="5111802" cy="2389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Passes a linear score through the sigmoid function to output a probability between 0 and 1, used for binary classification.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2B1B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6F3FA"/>
          </a:solidFill>
          <a:ln/>
        </p:spPr>
      </p:sp>
      <p:pic>
        <p:nvPicPr>
          <p:cNvPr id="8" name="Image 0" descr="diagrams/logistic_regression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45920"/>
            <a:ext cx="470916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27B20B-AA77-560C-09C3-FA6B1132D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67" y="3167426"/>
            <a:ext cx="4637626" cy="2386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CLASSIFICATION &amp;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Splits data recursively using yes/no questions on features, choosing the split that produces the purest child groups.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8643" y="2743200"/>
            <a:ext cx="5138278" cy="3291840"/>
          </a:xfrm>
          <a:prstGeom prst="roundRect">
            <a:avLst>
              <a:gd name="adj" fmla="val 2222"/>
            </a:avLst>
          </a:prstGeom>
          <a:solidFill>
            <a:srgbClr val="2B1B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6F3FA"/>
          </a:solidFill>
          <a:ln/>
        </p:spPr>
      </p:sp>
      <p:pic>
        <p:nvPicPr>
          <p:cNvPr id="8" name="Image 0" descr="diagrams/decision_tre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45920"/>
            <a:ext cx="470916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7AA02C-30AD-F9EB-9EDF-B8E80311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371" y="3068816"/>
            <a:ext cx="4046739" cy="26841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·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41C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Finds the hyperplane that separates two classes with the maximum possible margin between them.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2B1B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6F3FA"/>
          </a:solidFill>
          <a:ln/>
        </p:spPr>
      </p:sp>
      <p:pic>
        <p:nvPicPr>
          <p:cNvPr id="8" name="Image 0" descr="diagrams/svm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45920"/>
            <a:ext cx="470916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FF22DF-1353-25E2-09F9-9B1006AE7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50" y="3118738"/>
            <a:ext cx="4726779" cy="2540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 Models — Simplified</dc:title>
  <dc:subject>PptxGenJS Presentation</dc:subject>
  <dc:creator>PptxGenJS</dc:creator>
  <cp:lastModifiedBy>Alishba asif</cp:lastModifiedBy>
  <cp:revision>2</cp:revision>
  <dcterms:created xsi:type="dcterms:W3CDTF">2026-07-09T09:29:46Z</dcterms:created>
  <dcterms:modified xsi:type="dcterms:W3CDTF">2026-07-12T17:03:07Z</dcterms:modified>
</cp:coreProperties>
</file>