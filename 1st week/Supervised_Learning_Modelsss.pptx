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80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Models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Mathematics, Formulas &amp; Term-by-Term Explanations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4" y="4269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9184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374" y="42693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7180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134" y="426933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595360" y="4114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9894" y="426933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75320" y="48006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value using a weighted sum of input features.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36976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110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38144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class probability using the sigmoid function on a linear score.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25312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53912" y="18288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46" y="19833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recursively using Gini Impurity or Entropy to maximize purity.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13648" y="155448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42248" y="1828800"/>
            <a:ext cx="594360" cy="59436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782" y="19833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14816" y="26060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814816" y="315468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maximum-margin hyperplane that separates classes.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straight-line (linear) relationship between input features and the output value.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line/plane that best fits the data by minimizing the total squared error.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problems like predicting house prices, salaries, or temperatures.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'best fit' line is found using an approach called Ordinary Least Squares (OLS).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D8CB"/>
                </a:solidFill>
              </a:rPr>
              <a:t>TASK TYPE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(predicts a continuous number)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 = β₀ + β₁x₁ + β₂x₂ + ... + βₙxₙ + ε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644652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ŷ (y-hat)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Predicted output value produced by the model.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β₀ (beta-zero)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Intercept — the predicted value when all inputs are zero.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β₁...βₙ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Coefficients (weights) — how much y changes per unit change in each x.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x₁...xₙ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Input features (independent variables) used to predict y.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</a:rPr>
                        <a:t>ε (epsilon)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Error term — the difference the model cannot explain.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2423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523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COST FUNCTION (MSE)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2971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(1/n) Σ (yᵢ − ŷᵢ)²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data points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= actual value; ŷᵢ = predicted value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minimizes MSE to find the best β values.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it is used for classification, not regression.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a linear combination of inputs through the sigmoid function to output a probability between 0 and 1.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(commonly 0.5) converts the probability into a class label.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problems like spam detection, disease diagnosis, and pass/fail prediction.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D8CB"/>
                </a:solidFill>
              </a:rPr>
              <a:t>TASK TYPE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(predicts a category / probability)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 / (1 + e⁻ᶠ)   where z = β₀ + β₁x₁ + ... + βₙxₙ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644652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p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Predicted probability that the output belongs to class 1.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Euler's number (≈ 2.718), the base of the natural exponential.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z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Linear score (same form as linear regression) fed into the sigmoid.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β₀, βᵢ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Intercept and coefficients learned from training data.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xᵢ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Input features used to compute the score z.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2423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523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COST FUNCTION (LOG LOSS)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2971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−(1/n) Σ [yᵢ log(pᵢ) + (1−yᵢ) log(1−pᵢ)]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= actual class label (0 or 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= predicted probability for point 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confident wrong predictions heavily.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21295C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dataset into branches by asking a series of yes/no questions on features.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the tree picks the feature and threshold that produce the 'purest' child groups.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is measured using Gini Impurity or Entropy (Information Gain).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keeps splitting until a stopping condition (max depth, min samples) is reached.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D8CB"/>
                </a:solidFill>
              </a:rPr>
              <a:t>TASK TYPE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= 1 − Σ (pᵢ)²      |      Entropy = − Σ pᵢ log₂(pᵢ)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644652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Gini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Impurity score — probability of misclassifying a randomly picked point.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Entropy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Measures disorder/uncertainty in a node's class distribution.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pᵢ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Proportion of samples in the node that belong to class i.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Σ (sigma)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Sum over all classes present in the node.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</a:rPr>
                        <a:t>log₂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Logarithm base 2, used to measure information in bits.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2423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523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INFORMATION GAIN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2971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= H(parent) − Σ (nₖ/n) H(childₖ)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H(parent) = impurity before the split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nₖ/n = weighted share of samples in child 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with the highest IG is chosen at each node.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474720"/>
            <a:ext cx="3657600" cy="3657600"/>
          </a:xfrm>
          <a:prstGeom prst="ellipse">
            <a:avLst/>
          </a:prstGeom>
          <a:solidFill>
            <a:srgbClr val="3E4C8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0500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949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hyperplane that separates classes with the maximum possible margin.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'Support vectors' are the closest data points to the boundary — they define the margin.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margin generally means better generalization to new data.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trick allows SVM to separate data that isn't linearly separable by mapping it to a higher dimension.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94000"/>
            </a:srgbClr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D8CB"/>
                </a:solidFill>
              </a:rPr>
              <a:t>TASK TYPE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(also used for regression: SVR)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48640" cy="548640"/>
          </a:xfrm>
          <a:prstGeom prst="ellipse">
            <a:avLst/>
          </a:prstGeom>
          <a:solidFill>
            <a:srgbClr val="3E4C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E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FORMULA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3E4C8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½||w||²   subject to  yᵢ(w·xᵢ + b) ≥ 1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644652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w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Weight vector — orientation of the separating hyperplane.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b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Bias term — shifts the hyperplane away from the origin.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xᵢ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Feature vector of the i-th training point.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yᵢ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True class label of point i, either +1 or −1.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E4C8A"/>
                          </a:solidFill>
                        </a:rPr>
                        <a:t>||w||²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Squared norm of w; minimizing it maximizes the margin (2/||w||).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2423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523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4C8A"/>
                </a:solidFill>
              </a:rPr>
              <a:t>HINGE LOSS</a:t>
            </a:r>
            <a:endParaRPr lang="en-US" sz="1300" dirty="0"/>
          </a:p>
        </p:txBody>
      </p:sp>
      <p:sp>
        <p:nvSpPr>
          <p:cNvPr id="8" name="Text 7"/>
          <p:cNvSpPr/>
          <p:nvPr/>
        </p:nvSpPr>
        <p:spPr>
          <a:xfrm>
            <a:off x="7452360" y="2971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max(0, 1 − yᵢ(w·xᵢ + b))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loss for points correctly classified beyond the margin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penalty for points inside the margin or misclassified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margin size vs. classification errors.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979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Models — Mathematics &amp; Formulas</dc:title>
  <dc:subject>PptxGenJS Presentation</dc:subject>
  <dc:creator>Supervised Learning</dc:creator>
  <cp:lastModifiedBy>Alishba asif</cp:lastModifiedBy>
  <cp:revision>2</cp:revision>
  <dcterms:created xsi:type="dcterms:W3CDTF">2026-07-08T19:03:52Z</dcterms:created>
  <dcterms:modified xsi:type="dcterms:W3CDTF">2026-07-09T06:20:29Z</dcterms:modified>
</cp:coreProperties>
</file>