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hba asif" userId="0ceef23c46cf4cbe" providerId="LiveId" clId="{1C19E77C-A7BE-4231-9036-B76A372352DB}"/>
    <pc:docChg chg="custSel modSld">
      <pc:chgData name="Alishba asif" userId="0ceef23c46cf4cbe" providerId="LiveId" clId="{1C19E77C-A7BE-4231-9036-B76A372352DB}" dt="2026-07-13T09:11:34.409" v="33" actId="1076"/>
      <pc:docMkLst>
        <pc:docMk/>
      </pc:docMkLst>
      <pc:sldChg chg="delSp modSp mod">
        <pc:chgData name="Alishba asif" userId="0ceef23c46cf4cbe" providerId="LiveId" clId="{1C19E77C-A7BE-4231-9036-B76A372352DB}" dt="2026-07-13T08:53:01.378" v="30" actId="1076"/>
        <pc:sldMkLst>
          <pc:docMk/>
          <pc:sldMk cId="0" sldId="257"/>
        </pc:sldMkLst>
        <pc:spChg chg="mod">
          <ac:chgData name="Alishba asif" userId="0ceef23c46cf4cbe" providerId="LiveId" clId="{1C19E77C-A7BE-4231-9036-B76A372352DB}" dt="2026-07-13T08:53:01.378" v="30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Alishba asif" userId="0ceef23c46cf4cbe" providerId="LiveId" clId="{1C19E77C-A7BE-4231-9036-B76A372352DB}" dt="2026-07-13T08:52:45.326" v="2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lishba asif" userId="0ceef23c46cf4cbe" providerId="LiveId" clId="{1C19E77C-A7BE-4231-9036-B76A372352DB}" dt="2026-07-13T08:52:52.333" v="29" actId="20577"/>
          <ac:spMkLst>
            <pc:docMk/>
            <pc:sldMk cId="0" sldId="257"/>
            <ac:spMk id="13" creationId="{00000000-0000-0000-0000-000000000000}"/>
          </ac:spMkLst>
        </pc:spChg>
        <pc:spChg chg="del">
          <ac:chgData name="Alishba asif" userId="0ceef23c46cf4cbe" providerId="LiveId" clId="{1C19E77C-A7BE-4231-9036-B76A372352DB}" dt="2026-07-13T08:03:54.548" v="0" actId="478"/>
          <ac:spMkLst>
            <pc:docMk/>
            <pc:sldMk cId="0" sldId="257"/>
            <ac:spMk id="14" creationId="{00000000-0000-0000-0000-000000000000}"/>
          </ac:spMkLst>
        </pc:spChg>
      </pc:sldChg>
      <pc:sldChg chg="delSp mod">
        <pc:chgData name="Alishba asif" userId="0ceef23c46cf4cbe" providerId="LiveId" clId="{1C19E77C-A7BE-4231-9036-B76A372352DB}" dt="2026-07-13T08:52:16.695" v="27" actId="478"/>
        <pc:sldMkLst>
          <pc:docMk/>
          <pc:sldMk cId="0" sldId="258"/>
        </pc:sldMkLst>
        <pc:spChg chg="del">
          <ac:chgData name="Alishba asif" userId="0ceef23c46cf4cbe" providerId="LiveId" clId="{1C19E77C-A7BE-4231-9036-B76A372352DB}" dt="2026-07-13T08:52:10.213" v="26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Alishba asif" userId="0ceef23c46cf4cbe" providerId="LiveId" clId="{1C19E77C-A7BE-4231-9036-B76A372352DB}" dt="2026-07-13T08:52:16.695" v="27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Alishba asif" userId="0ceef23c46cf4cbe" providerId="LiveId" clId="{1C19E77C-A7BE-4231-9036-B76A372352DB}" dt="2026-07-13T08:03:58.180" v="1" actId="478"/>
          <ac:spMkLst>
            <pc:docMk/>
            <pc:sldMk cId="0" sldId="258"/>
            <ac:spMk id="27" creationId="{00000000-0000-0000-0000-000000000000}"/>
          </ac:spMkLst>
        </pc:spChg>
      </pc:sldChg>
      <pc:sldChg chg="modSp mod">
        <pc:chgData name="Alishba asif" userId="0ceef23c46cf4cbe" providerId="LiveId" clId="{1C19E77C-A7BE-4231-9036-B76A372352DB}" dt="2026-07-13T08:51:48.627" v="25" actId="20577"/>
        <pc:sldMkLst>
          <pc:docMk/>
          <pc:sldMk cId="0" sldId="259"/>
        </pc:sldMkLst>
        <pc:spChg chg="mod">
          <ac:chgData name="Alishba asif" userId="0ceef23c46cf4cbe" providerId="LiveId" clId="{1C19E77C-A7BE-4231-9036-B76A372352DB}" dt="2026-07-13T08:51:48.627" v="25" actId="20577"/>
          <ac:spMkLst>
            <pc:docMk/>
            <pc:sldMk cId="0" sldId="259"/>
            <ac:spMk id="32" creationId="{08AC1927-5A54-1FA6-F400-99FD6D801B17}"/>
          </ac:spMkLst>
        </pc:spChg>
      </pc:sldChg>
      <pc:sldChg chg="modSp mod">
        <pc:chgData name="Alishba asif" userId="0ceef23c46cf4cbe" providerId="LiveId" clId="{1C19E77C-A7BE-4231-9036-B76A372352DB}" dt="2026-07-13T09:11:24.588" v="31" actId="1076"/>
        <pc:sldMkLst>
          <pc:docMk/>
          <pc:sldMk cId="0" sldId="260"/>
        </pc:sldMkLst>
        <pc:spChg chg="mod">
          <ac:chgData name="Alishba asif" userId="0ceef23c46cf4cbe" providerId="LiveId" clId="{1C19E77C-A7BE-4231-9036-B76A372352DB}" dt="2026-07-13T08:51:09.288" v="16" actId="1076"/>
          <ac:spMkLst>
            <pc:docMk/>
            <pc:sldMk cId="0" sldId="260"/>
            <ac:spMk id="32" creationId="{B7C12EDB-C89A-99ED-AA2E-BED7FEB2DB7F}"/>
          </ac:spMkLst>
        </pc:spChg>
        <pc:spChg chg="mod">
          <ac:chgData name="Alishba asif" userId="0ceef23c46cf4cbe" providerId="LiveId" clId="{1C19E77C-A7BE-4231-9036-B76A372352DB}" dt="2026-07-13T09:11:24.588" v="31" actId="1076"/>
          <ac:spMkLst>
            <pc:docMk/>
            <pc:sldMk cId="0" sldId="260"/>
            <ac:spMk id="36" creationId="{E3FEC524-E0A5-3340-834E-DD15FE1041C4}"/>
          </ac:spMkLst>
        </pc:spChg>
      </pc:sldChg>
      <pc:sldChg chg="modSp mod">
        <pc:chgData name="Alishba asif" userId="0ceef23c46cf4cbe" providerId="LiveId" clId="{1C19E77C-A7BE-4231-9036-B76A372352DB}" dt="2026-07-13T09:11:34.409" v="33" actId="1076"/>
        <pc:sldMkLst>
          <pc:docMk/>
          <pc:sldMk cId="0" sldId="261"/>
        </pc:sldMkLst>
        <pc:spChg chg="mod">
          <ac:chgData name="Alishba asif" userId="0ceef23c46cf4cbe" providerId="LiveId" clId="{1C19E77C-A7BE-4231-9036-B76A372352DB}" dt="2026-07-13T09:11:34.409" v="33" actId="1076"/>
          <ac:spMkLst>
            <pc:docMk/>
            <pc:sldMk cId="0" sldId="261"/>
            <ac:spMk id="24" creationId="{D39C830D-FE68-73B4-29B3-34756A3006AB}"/>
          </ac:spMkLst>
        </pc:spChg>
        <pc:spChg chg="mod">
          <ac:chgData name="Alishba asif" userId="0ceef23c46cf4cbe" providerId="LiveId" clId="{1C19E77C-A7BE-4231-9036-B76A372352DB}" dt="2026-07-13T09:11:30.873" v="32" actId="1076"/>
          <ac:spMkLst>
            <pc:docMk/>
            <pc:sldMk cId="0" sldId="261"/>
            <ac:spMk id="28" creationId="{A794BC20-7A5B-5B5F-EDFC-1FFE1348B99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76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7A2E8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FB6A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F2A93B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 ·  GAMING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Algorithms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8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Match Win / Loss with AdaBoost, Gradient Boosting &amp; XGBoost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0233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 vs. Ensemble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6F3FA"/>
          </a:solidFill>
          <a:ln/>
          <a:effectLst>
            <a:outerShdw blurRad="101600" dist="38100" dir="5400000" algn="bl" rotWithShape="0">
              <a:srgbClr val="3D1747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7A2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842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learns a direct mapping from inputs X to labels y using labeled training data.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 depends entirely on that one model's fit — it can underfit (too simple) or overfit (too specific).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a single loss function L(y, f(x)) for one hypothesis 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7A2E8E"/>
          </a:solidFill>
          <a:ln/>
          <a:effectLst>
            <a:outerShdw blurRad="101600" dist="38100" dir="5400000" algn="bl" rotWithShape="0">
              <a:srgbClr val="3D1747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0" y="20116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19842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766560" y="27432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“weak” models are combined so their pooled prediction beats any single model.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(bagging) and/or bias (boosting) that a lone model can't escape.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3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loss over an additive/combined hypothesis F(x) = Σ αᵢ hᵢ(x).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Boosting?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builds models one at a time, in sequence. Each new learner focuses on the examples the previous ones got wrong — the ensemble gets stronger with every round.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6F3FA"/>
          </a:solidFill>
          <a:ln w="12700">
            <a:solidFill>
              <a:srgbClr val="7A2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(equal weights)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40864" y="2907792"/>
            <a:ext cx="393192" cy="219456"/>
          </a:xfrm>
          <a:prstGeom prst="rightArrow">
            <a:avLst/>
          </a:prstGeom>
          <a:solidFill>
            <a:srgbClr val="6E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88920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7A2E8E"/>
          </a:solidFill>
          <a:ln w="12700">
            <a:solidFill>
              <a:srgbClr val="7A2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8920" y="23317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Learner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(shallow tree)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81144" y="2907792"/>
            <a:ext cx="393192" cy="219456"/>
          </a:xfrm>
          <a:prstGeom prst="rightArrow">
            <a:avLst/>
          </a:prstGeom>
          <a:solidFill>
            <a:srgbClr val="6E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0" y="2468880"/>
            <a:ext cx="1737360" cy="1097280"/>
          </a:xfrm>
          <a:prstGeom prst="roundRect">
            <a:avLst>
              <a:gd name="adj" fmla="val 29167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24688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Reweight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21424" y="2907792"/>
            <a:ext cx="393192" cy="219456"/>
          </a:xfrm>
          <a:prstGeom prst="rightArrow">
            <a:avLst/>
          </a:prstGeom>
          <a:solidFill>
            <a:srgbClr val="6E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69480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7A2E8E"/>
          </a:solidFill>
          <a:ln w="12700">
            <a:solidFill>
              <a:srgbClr val="7A2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69480" y="23317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Learner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(focuses on errors)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1704" y="2907792"/>
            <a:ext cx="393192" cy="219456"/>
          </a:xfrm>
          <a:prstGeom prst="rightArrow">
            <a:avLst/>
          </a:prstGeom>
          <a:solidFill>
            <a:srgbClr val="6E64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509760" y="233172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6F3FA"/>
          </a:solidFill>
          <a:ln w="12700">
            <a:solidFill>
              <a:srgbClr val="7A2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09760" y="23317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...continues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24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Learner #N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trained after seeing the previous model's errors.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25196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Weighting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51960" y="5669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examples get more attention in the next round.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2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Additive Model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5669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combined, not replaced — F(x) = Σ αᵢhᵢ(x).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2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 — Adaptive Boosting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1671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71600" y="28163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200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4962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23367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8828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52669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AutoShape 2">
            <a:extLst>
              <a:ext uri="{FF2B5EF4-FFF2-40B4-BE49-F238E27FC236}">
                <a16:creationId xmlns:a16="http://schemas.microsoft.com/office/drawing/2014/main" id="{69E4B86D-2583-0EF1-E196-F2EADBA9D1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156D0701-F8EB-3738-6DDE-7CF9ACD066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3394EA6-43EB-7618-8D7C-0B76EA8AA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364" y="925907"/>
            <a:ext cx="3724030" cy="554804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8AC1927-5A54-1FA6-F400-99FD6D801B17}"/>
              </a:ext>
            </a:extLst>
          </p:cNvPr>
          <p:cNvSpPr txBox="1"/>
          <p:nvPr/>
        </p:nvSpPr>
        <p:spPr>
          <a:xfrm>
            <a:off x="519764" y="1381172"/>
            <a:ext cx="6097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AdaBoost is a boosting algorithm that combines multiple weak learners (usually decision stumps) sequentially to create a strong classifier. Each new model focuses on correcting the mistakes of the previous ones.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Strength: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Good for reducing bias, but limited by shallow trees.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B7C12EDB-C89A-99ED-AA2E-BED7FEB2DB7F}"/>
              </a:ext>
            </a:extLst>
          </p:cNvPr>
          <p:cNvSpPr txBox="1"/>
          <p:nvPr/>
        </p:nvSpPr>
        <p:spPr>
          <a:xfrm>
            <a:off x="456023" y="626701"/>
            <a:ext cx="7102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2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D84913-DDB3-6475-3CC9-6642021A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402" y="795977"/>
            <a:ext cx="3644902" cy="543016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3FEC524-E0A5-3340-834E-DD15FE1041C4}"/>
              </a:ext>
            </a:extLst>
          </p:cNvPr>
          <p:cNvSpPr txBox="1"/>
          <p:nvPr/>
        </p:nvSpPr>
        <p:spPr>
          <a:xfrm>
            <a:off x="379410" y="1026811"/>
            <a:ext cx="60977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 is an ensemble technique that builds models sequentially by fitting new trees to the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 errors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(mistakes) of the current ensemble. It uses gradient descent to minimize the loss function.</a:t>
            </a:r>
          </a:p>
          <a:p>
            <a:pPr>
              <a:buNone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Strength:</a:t>
            </a: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Very powerful for capturing complex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D39C830D-FE68-73B4-29B3-34756A3006AB}"/>
              </a:ext>
            </a:extLst>
          </p:cNvPr>
          <p:cNvSpPr txBox="1"/>
          <p:nvPr/>
        </p:nvSpPr>
        <p:spPr>
          <a:xfrm>
            <a:off x="603607" y="717247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4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— Regularized Gradient Boosting</a:t>
            </a:r>
            <a:endParaRPr lang="en-US" sz="1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F972794-3AD9-3A25-74B4-840AAEE05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99" y="331822"/>
            <a:ext cx="4157855" cy="619435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794BC20-7A5B-5B5F-EDFC-1FFE1348B99E}"/>
              </a:ext>
            </a:extLst>
          </p:cNvPr>
          <p:cNvSpPr txBox="1"/>
          <p:nvPr/>
        </p:nvSpPr>
        <p:spPr>
          <a:xfrm>
            <a:off x="603607" y="1459199"/>
            <a:ext cx="60977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</a:rPr>
              <a:t>XGBoost is a highly optimized and regularized version of Gradient Boosting. It is one of the most popular and powerful machine learning algorithms, especially in competitions.</a:t>
            </a:r>
          </a:p>
          <a:p>
            <a:endParaRPr lang="en-US" dirty="0"/>
          </a:p>
          <a:p>
            <a:pPr>
              <a:buNone/>
            </a:pPr>
            <a:r>
              <a:rPr lang="en-US" b="1" dirty="0">
                <a:effectLst/>
              </a:rPr>
              <a:t>Why it Wins:</a:t>
            </a:r>
            <a:r>
              <a:rPr lang="en-US" dirty="0">
                <a:effectLst/>
              </a:rPr>
              <a:t> Best accuracy + speed + regularization.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7A2E8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2FB6A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9875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46220" y="247802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Algorithms — Gaming Case Study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431</Words>
  <Application>Microsoft Office PowerPoint</Application>
  <PresentationFormat>Widescreen</PresentationFormat>
  <Paragraphs>69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2026-07-13T07:16:35Z</dcterms:created>
  <dcterms:modified xsi:type="dcterms:W3CDTF">2026-07-13T09:12:27Z</dcterms:modified>
</cp:coreProperties>
</file>