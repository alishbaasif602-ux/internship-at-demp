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928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to Sequence Learning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Neural Networks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Sutskever, Vinyals &amp; Le  —  NeurIPS 2014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• Encoder–Decoder • Seq2Seq Learning • Results • Applications • Strengths &amp; Limitations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DNNs need fixed-size input/output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deep nets map a fixed-size vector to a fixed-size vector — they can't handle sequences of unknown, varying length.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260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real tasks are sequence-to-sequence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speech recognition, question answering — input and output lengths differ and aren't known in advance.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48056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3434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general, end-to-end mapping from one sequence to another, with minimal assumptions about structure.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Encoder–Decoder Architecture</a:t>
            </a:r>
            <a:endParaRPr lang="en-US" sz="2800" dirty="0"/>
          </a:p>
        </p:txBody>
      </p:sp>
      <p:pic>
        <p:nvPicPr>
          <p:cNvPr id="4" name="Image 0" descr="images/encoder_de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1161288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LSTM (encoder) reads the input and compresses it into a fixed-size context vector; a second LSTM (decoder) generates the output sequence from that vector, one token at a time.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Sequence-to-Sequence Learning</a:t>
            </a:r>
            <a:endParaRPr lang="en-US" sz="2800" dirty="0"/>
          </a:p>
        </p:txBody>
      </p:sp>
      <p:pic>
        <p:nvPicPr>
          <p:cNvPr id="4" name="Image 0" descr="images/fixed_vector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1069848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846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4-layer deep LSTMs, 1000 cells/layer, 1000-dim word embeddings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22960" y="5230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Trained to maximize log-probability of the correct target sequence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2960" y="5614416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trick: reversing the source sentence — shortens dependencies, eases optimization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599846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Left-to-right beam search used to generate translations at inference time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WMT'14 EN→FR TRANSLATION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2800" dirty="0"/>
          </a:p>
        </p:txBody>
      </p:sp>
      <p:pic>
        <p:nvPicPr>
          <p:cNvPr id="4" name="Image 0" descr="images/bleu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71600"/>
            <a:ext cx="996696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SEQ2SEQ IS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4FC"/>
          </a:solidFill>
          <a:ln w="12700">
            <a:solidFill>
              <a:srgbClr val="D5D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184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task — English–French, now the base of modern NMT systems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5087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4FC"/>
          </a:solidFill>
          <a:ln w="12700">
            <a:solidFill>
              <a:srgbClr val="D5D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184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198424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frames → text transcripts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5087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4FC"/>
          </a:solidFill>
          <a:ln w="12700">
            <a:solidFill>
              <a:srgbClr val="D5D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6184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21040" y="198424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 → short summary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4FC"/>
          </a:solidFill>
          <a:ln w="12700">
            <a:solidFill>
              <a:srgbClr val="D5DC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10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367588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dialogue generation, question answering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200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4FC"/>
          </a:solidFill>
          <a:ln w="12700">
            <a:solidFill>
              <a:srgbClr val="D5D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310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26280" y="367588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features → caption sequence (paired with a decoder LSTM)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2F4FC"/>
          </a:solidFill>
          <a:ln w="12700">
            <a:solidFill>
              <a:srgbClr val="D5DC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3101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21040" y="3675888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description → code sequence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82296" cy="621792"/>
          </a:xfrm>
          <a:prstGeom prst="round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73736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General, end-to-end — minimal task-specific assumptions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78608"/>
            <a:ext cx="82296" cy="621792"/>
          </a:xfrm>
          <a:prstGeom prst="round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7860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pure neural system to beat a phrase-based SMT baseline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419856"/>
            <a:ext cx="82296" cy="621792"/>
          </a:xfrm>
          <a:prstGeom prst="round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419856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meaningful sentence representations (order-sensitive, voice-invariant)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261104"/>
            <a:ext cx="82296" cy="621792"/>
          </a:xfrm>
          <a:prstGeom prst="round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61104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long sentences well after the input-reversal trick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5102352"/>
            <a:ext cx="82296" cy="621792"/>
          </a:xfrm>
          <a:prstGeom prst="round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102352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LSTMs generalize better than shallow ones (perplexity improves per layer)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82296" cy="621792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73736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 context vector is an information bottleneck for long sequences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78608"/>
            <a:ext cx="82296" cy="621792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7860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attention mechanism — later fixed by Bahdanau et al. (2015)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419856"/>
            <a:ext cx="82296" cy="621792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419856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compute-heavy: 8 GPUs, ~10 days of training for one model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261104"/>
            <a:ext cx="82296" cy="621792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261104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Ensembling (5 LSTMs) needed to reach best reported score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5102352"/>
            <a:ext cx="82296" cy="621792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102352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capped at 80k–160k words — penalized on out-of-vocabulary tokens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Paper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82296" cy="777240"/>
          </a:xfrm>
          <a:prstGeom prst="round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659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modern NMT  </a:t>
            </a:r>
            <a:r>
              <a:rPr lang="en-US" sz="145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encoder–decoder paradigm still used today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82296" cy="777240"/>
          </a:xfrm>
          <a:prstGeom prst="round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0175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attention  </a:t>
            </a:r>
            <a:r>
              <a:rPr lang="en-US" sz="145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bottleneck motivated Bahdanau et al.'s attention mechanism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82296" cy="777240"/>
          </a:xfrm>
          <a:prstGeom prst="round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0690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Precursor to Transformers  </a:t>
            </a:r>
            <a:r>
              <a:rPr lang="en-US" sz="1450" dirty="0">
                <a:solidFill>
                  <a:srgbClr val="C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(2017) builds directly on this line of 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452</Words>
  <Application>Microsoft Office PowerPoint</Application>
  <PresentationFormat>Widescreen</PresentationFormat>
  <Paragraphs>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Alishba asif</cp:lastModifiedBy>
  <cp:revision>2</cp:revision>
  <dcterms:created xsi:type="dcterms:W3CDTF">2026-07-29T19:08:02Z</dcterms:created>
  <dcterms:modified xsi:type="dcterms:W3CDTF">2026-07-29T19:15:30Z</dcterms:modified>
</cp:coreProperties>
</file>