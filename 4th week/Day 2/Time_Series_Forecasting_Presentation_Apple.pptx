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007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Modeling for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Forecasting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Prediction using RNN, LSTM &amp; GRU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Apple (AAPL) Stock Prices  •  Data Preprocessing  •  Model Training  • 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a Time Series</a:t>
            </a:r>
            <a:endParaRPr lang="en-US" sz="3000" dirty="0"/>
          </a:p>
        </p:txBody>
      </p:sp>
      <p:pic>
        <p:nvPicPr>
          <p:cNvPr id="4" name="Image 0" descr="images/components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280160"/>
            <a:ext cx="37033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5448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417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direction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Fixed-period cycles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47472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Irregular, longer swings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43484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4297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variation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Window Technique</a:t>
            </a:r>
            <a:endParaRPr lang="en-US" sz="3000" dirty="0"/>
          </a:p>
        </p:txBody>
      </p:sp>
      <p:pic>
        <p:nvPicPr>
          <p:cNvPr id="4" name="Image 0" descr="images/sliding_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37360"/>
            <a:ext cx="10058400" cy="33558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window_size values → predict the next single value (sequence-to-one)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Sequence-to-One Modeling</a:t>
            </a:r>
            <a:endParaRPr lang="en-US" sz="3000" dirty="0"/>
          </a:p>
        </p:txBody>
      </p:sp>
      <p:pic>
        <p:nvPicPr>
          <p:cNvPr id="4" name="Image 0" descr="images/seq2one_unro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28800"/>
            <a:ext cx="10058400" cy="35844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Pipeline</a:t>
            </a:r>
            <a:endParaRPr lang="en-US" sz="3000" dirty="0"/>
          </a:p>
        </p:txBody>
      </p:sp>
      <p:pic>
        <p:nvPicPr>
          <p:cNvPr id="4" name="Image 0" descr="images/pipelin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11247120" cy="2816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 = 20 days   |   Train/Test split = 80/20 (chronological)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vs. LSTM vs. GRU</a:t>
            </a:r>
            <a:endParaRPr lang="en-US" sz="3000" dirty="0"/>
          </a:p>
        </p:txBody>
      </p:sp>
      <p:pic>
        <p:nvPicPr>
          <p:cNvPr id="4" name="Image 0" descr="images/architecture_c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1124712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vs. Actual Prices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Picture 5" descr="forecast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17320"/>
            <a:ext cx="10817352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vs. Validation Loss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convergence across all three models — no significant overfitting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7" name="Picture 6" descr="loss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37360"/>
            <a:ext cx="11247120" cy="29992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Comparison</a:t>
            </a:r>
            <a:endParaRPr lang="en-US" sz="3000" dirty="0"/>
          </a:p>
        </p:txBody>
      </p:sp>
      <p:pic>
        <p:nvPicPr>
          <p:cNvPr id="5" name="Image 1" descr="outputs/metric_bar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11880"/>
            <a:ext cx="10515600" cy="3063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7" name="Picture 6" descr="comparison_t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417320"/>
            <a:ext cx="1106424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82296" cy="777240"/>
          </a:xfrm>
          <a:prstGeom prst="roundRect">
            <a:avLst>
              <a:gd name="adj" fmla="val 4444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43000" y="19202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&amp; GRU  </a:t>
            </a:r>
            <a:r>
              <a:rPr lang="en-US" sz="14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longer-range dependencies better than a simple RNN via gating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82296" cy="777240"/>
          </a:xfrm>
          <a:prstGeom prst="roundRect">
            <a:avLst>
              <a:gd name="adj" fmla="val 4444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9260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 </a:t>
            </a:r>
            <a:r>
              <a:rPr lang="en-US" sz="14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LSTM accuracy closely while training faster (fewer parameters)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82296" cy="777240"/>
          </a:xfrm>
          <a:prstGeom prst="roundRect">
            <a:avLst>
              <a:gd name="adj" fmla="val 4444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43000" y="39319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  </a:t>
            </a:r>
            <a:r>
              <a:rPr lang="en-US" sz="14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key trade-off — too short misses patterns, too long risks overfitting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937760"/>
            <a:ext cx="82296" cy="777240"/>
          </a:xfrm>
          <a:prstGeom prst="roundRect">
            <a:avLst>
              <a:gd name="adj" fmla="val 4444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43000" y="49377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here: RNN  </a:t>
            </a:r>
            <a:r>
              <a:rPr lang="en-US" sz="14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lowest RMSE / highest R² (see comparison table)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Microsoft Office PowerPoint</Application>
  <PresentationFormat>Widescreen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Alishba asif</cp:lastModifiedBy>
  <cp:revision>2</cp:revision>
  <dcterms:created xsi:type="dcterms:W3CDTF">2026-07-29T18:48:50Z</dcterms:created>
  <dcterms:modified xsi:type="dcterms:W3CDTF">2026-07-29T19:16:02Z</dcterms:modified>
</cp:coreProperties>
</file>