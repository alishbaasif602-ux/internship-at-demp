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00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Modeling for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Forecasting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Prediction using RNN, LSTM &amp; GRU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 •  Model Training  •  Evaluation  •  Forecast 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a Time Series</a:t>
            </a:r>
            <a:endParaRPr lang="en-US" sz="3000" dirty="0"/>
          </a:p>
        </p:txBody>
      </p:sp>
      <p:pic>
        <p:nvPicPr>
          <p:cNvPr id="4" name="Image 0" descr="images/components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80160"/>
            <a:ext cx="37033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5448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direction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Fixed-period cycles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Irregular, longer swings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43484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297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variation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 Technique</a:t>
            </a:r>
            <a:endParaRPr lang="en-US" sz="3000" dirty="0"/>
          </a:p>
        </p:txBody>
      </p:sp>
      <p:pic>
        <p:nvPicPr>
          <p:cNvPr id="4" name="Image 0" descr="images/sliding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10058400" cy="3355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window_size values → predict the next single value (sequence-to-one)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Sequence-to-One Modeling</a:t>
            </a:r>
            <a:endParaRPr lang="en-US" sz="3000" dirty="0"/>
          </a:p>
        </p:txBody>
      </p:sp>
      <p:pic>
        <p:nvPicPr>
          <p:cNvPr id="4" name="Image 0" descr="images/seq2one_unro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28800"/>
            <a:ext cx="10058400" cy="3584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Pipeline</a:t>
            </a:r>
            <a:endParaRPr lang="en-US" sz="3000" dirty="0"/>
          </a:p>
        </p:txBody>
      </p:sp>
      <p:pic>
        <p:nvPicPr>
          <p:cNvPr id="4" name="Image 0" descr="images/pipelin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11247120" cy="2816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= 30 days   |   Train/Test split = 80/20 (chronological)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vs. LSTM vs. GRU</a:t>
            </a:r>
            <a:endParaRPr lang="en-US" sz="3000" dirty="0"/>
          </a:p>
        </p:txBody>
      </p:sp>
      <p:pic>
        <p:nvPicPr>
          <p:cNvPr id="4" name="Image 0" descr="images/architecture_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1124712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vs. Actual Prices</a:t>
            </a:r>
            <a:endParaRPr lang="en-US" sz="3000" dirty="0"/>
          </a:p>
        </p:txBody>
      </p:sp>
      <p:pic>
        <p:nvPicPr>
          <p:cNvPr id="4" name="Image 0" descr="outputs/forecast_comparison_all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10817352" cy="4919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vs. Validation Loss</a:t>
            </a:r>
            <a:endParaRPr lang="en-US" sz="3000" dirty="0"/>
          </a:p>
        </p:txBody>
      </p:sp>
      <p:pic>
        <p:nvPicPr>
          <p:cNvPr id="4" name="Image 0" descr="outputs/los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11247120" cy="2999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across all three models — no significant overfitting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Comparison</a:t>
            </a:r>
            <a:endParaRPr lang="en-US" sz="3000" dirty="0"/>
          </a:p>
        </p:txBody>
      </p:sp>
      <p:pic>
        <p:nvPicPr>
          <p:cNvPr id="4" name="Image 0" descr="outputs/performance_comparis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1064240" cy="2103120"/>
          </a:xfrm>
          <a:prstGeom prst="rect">
            <a:avLst/>
          </a:prstGeom>
        </p:spPr>
      </p:pic>
      <p:pic>
        <p:nvPicPr>
          <p:cNvPr id="5" name="Image 1" descr="outputs/metric_ba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11880"/>
            <a:ext cx="10515600" cy="3063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82296" cy="777240"/>
          </a:xfrm>
          <a:prstGeom prst="roundRect">
            <a:avLst>
              <a:gd name="adj" fmla="val 4444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920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&amp; GRU  </a:t>
            </a:r>
            <a:r>
              <a:rPr lang="en-US" sz="14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longer-range dependencies better than a simple RNN via gating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82296" cy="777240"/>
          </a:xfrm>
          <a:prstGeom prst="roundRect">
            <a:avLst>
              <a:gd name="adj" fmla="val 4444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9260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 </a:t>
            </a:r>
            <a:r>
              <a:rPr lang="en-US" sz="14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LSTM accuracy closely while training faster (fewer parameters)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82296" cy="777240"/>
          </a:xfrm>
          <a:prstGeom prst="roundRect">
            <a:avLst>
              <a:gd name="adj" fmla="val 4444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9319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  </a:t>
            </a:r>
            <a:r>
              <a:rPr lang="en-US" sz="14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key trade-off — too short misses patterns, too long risks overfitting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937760"/>
            <a:ext cx="82296" cy="777240"/>
          </a:xfrm>
          <a:prstGeom prst="roundRect">
            <a:avLst>
              <a:gd name="adj" fmla="val 4444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9377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here  </a:t>
            </a:r>
            <a:r>
              <a:rPr lang="en-US" sz="14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lowest RMSE / highest R² (see comparison table)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Widescreen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2</cp:revision>
  <dcterms:created xsi:type="dcterms:W3CDTF">2026-07-29T18:48:50Z</dcterms:created>
  <dcterms:modified xsi:type="dcterms:W3CDTF">2026-07-29T19:16:02Z</dcterms:modified>
</cp:coreProperties>
</file>