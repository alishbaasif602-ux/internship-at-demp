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66-4428-A619-3896CAD2AE59}"/>
              </c:ext>
            </c:extLst>
          </c:dPt>
          <c:dPt>
            <c:idx val="1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66-4428-A619-3896CAD2AE5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66-4428-A619-3896CAD2AE5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C66-4428-A619-3896CAD2AE5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Positive</c:v>
                </c:pt>
                <c:pt idx="1">
                  <c:v>Negative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25000</c:v>
                </c:pt>
                <c:pt idx="1">
                  <c:v>25000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66-4428-A619-3896CAD2AE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06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4572000"/>
            <a:ext cx="1463040" cy="1463040"/>
          </a:xfrm>
          <a:prstGeom prst="ellipse">
            <a:avLst/>
          </a:prstGeom>
          <a:solidFill>
            <a:srgbClr val="F59E0B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9E0B"/>
                </a:solidFill>
              </a:rPr>
              <a:t>SENTIMENT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RNN vs LSTM vs GRU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2FE"/>
                </a:solidFill>
              </a:rPr>
              <a:t>A deep-dive comparison on the IMDb Movie Reviews Dataset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</a:rPr>
              <a:t>Classify sentiment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Label 50,000 IMDb reviews as positive or negative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09160" y="2880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</a:rPr>
              <a:t>Compare 3 architectures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709160" y="36118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Simple RNN, LSTM, and GRU — same data, same setup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595360" y="2880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</a:rPr>
              <a:t>Find the best fit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595360" y="36118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Which model wins on accuracy, speed, and long text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movie reviews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210312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46E5"/>
                </a:solidFill>
              </a:rPr>
              <a:t>50,000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Total reviews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20116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2011680"/>
            <a:ext cx="21031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331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25,000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8036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Positive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20116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011680"/>
            <a:ext cx="210312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331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11D48"/>
                </a:solidFill>
              </a:rPr>
              <a:t>25,000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1208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Negative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64748B"/>
                </a:solidFill>
              </a:rPr>
              <a:t>Balanced classes → accuracy is a reliable metric here.</a:t>
            </a:r>
            <a:endParaRPr lang="en-US" sz="13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7772400" y="1554480"/>
          <a:ext cx="38404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METHODOLOGY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691640" cy="1188720"/>
          </a:xfrm>
          <a:prstGeom prst="roundRect">
            <a:avLst>
              <a:gd name="adj" fmla="val 6923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</a:rPr>
              <a:t>Raw text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240280" y="237744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2377440"/>
            <a:ext cx="1691640" cy="1188720"/>
          </a:xfrm>
          <a:prstGeom prst="roundRect">
            <a:avLst>
              <a:gd name="adj" fmla="val 6923"/>
            </a:avLst>
          </a:prstGeom>
          <a:solidFill>
            <a:srgbClr val="E0E7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</a:rPr>
              <a:t>Cleaning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60520" y="237744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2377440"/>
            <a:ext cx="1691640" cy="1188720"/>
          </a:xfrm>
          <a:prstGeom prst="roundRect">
            <a:avLst>
              <a:gd name="adj" fmla="val 6923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</a:rPr>
              <a:t>Tokenize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80760" y="237744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1691640" cy="1188720"/>
          </a:xfrm>
          <a:prstGeom prst="roundRect">
            <a:avLst>
              <a:gd name="adj" fmla="val 692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</a:rPr>
              <a:t>Vocabulary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01000" y="237744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2377440"/>
            <a:ext cx="1691640" cy="1188720"/>
          </a:xfrm>
          <a:prstGeom prst="roundRect">
            <a:avLst>
              <a:gd name="adj" fmla="val 6923"/>
            </a:avLst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</a:rPr>
              <a:t>Sequences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921240" y="237744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49840" y="2377440"/>
            <a:ext cx="169164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</a:rPr>
              <a:t>Padding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Lowercase + strip HTML/punctuation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38404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Split into words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0" y="38404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Top 10,000 words → index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38404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Words → integer IDs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38404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Fixed length = 200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MODEL 1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RNN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Reads a review one word at a time, updating a single hidden state that carries memory forward. Simple, fast, but forgets earlier context in long reviews (vanishing gradients).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</a:rPr>
              <a:t>Gates:  </a:t>
            </a:r>
            <a:r>
              <a:rPr lang="en-US" sz="1250" dirty="0">
                <a:solidFill>
                  <a:srgbClr val="1E293B"/>
                </a:solidFill>
              </a:rPr>
              <a:t>None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36168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</a:rPr>
              <a:t>Memory:  </a:t>
            </a:r>
            <a:r>
              <a:rPr lang="en-US" sz="1250" dirty="0">
                <a:solidFill>
                  <a:srgbClr val="1E293B"/>
                </a:solidFill>
              </a:rPr>
              <a:t>Short-term only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92861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</a:rPr>
              <a:t>Best for:  </a:t>
            </a:r>
            <a:r>
              <a:rPr lang="en-US" sz="1250" dirty="0">
                <a:solidFill>
                  <a:srgbClr val="1E293B"/>
                </a:solidFill>
              </a:rPr>
              <a:t>Short sequences, fast baseline</a:t>
            </a:r>
            <a:endParaRPr lang="en-US" sz="1250" dirty="0"/>
          </a:p>
        </p:txBody>
      </p:sp>
      <p:pic>
        <p:nvPicPr>
          <p:cNvPr id="10" name="Image 0" descr="diagrams2/rnn_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355948"/>
            <a:ext cx="6537960" cy="287762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D9488"/>
                </a:solidFill>
              </a:rPr>
              <a:t>MODEL 2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Adds a dedicated cell state plus three gates — forget, input, output — that decide what to discard, add, and expose. This gives it strong control over long-range context.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Gates:  </a:t>
            </a:r>
            <a:r>
              <a:rPr lang="en-US" sz="1250" dirty="0">
                <a:solidFill>
                  <a:srgbClr val="1E293B"/>
                </a:solidFill>
              </a:rPr>
              <a:t>3 (forget, input, output)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36168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Memory:  </a:t>
            </a:r>
            <a:r>
              <a:rPr lang="en-US" sz="1250" dirty="0">
                <a:solidFill>
                  <a:srgbClr val="1E293B"/>
                </a:solidFill>
              </a:rPr>
              <a:t>Long-term (cell state)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92861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Best for:  </a:t>
            </a:r>
            <a:r>
              <a:rPr lang="en-US" sz="1250" dirty="0">
                <a:solidFill>
                  <a:srgbClr val="1E293B"/>
                </a:solidFill>
              </a:rPr>
              <a:t>Long, complex reviews</a:t>
            </a:r>
            <a:endParaRPr lang="en-US" sz="1250" dirty="0"/>
          </a:p>
        </p:txBody>
      </p:sp>
      <p:pic>
        <p:nvPicPr>
          <p:cNvPr id="10" name="Image 0" descr="diagrams2/lstm_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812359"/>
            <a:ext cx="6537960" cy="396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59E0B"/>
                </a:solidFill>
              </a:rPr>
              <a:t>MODEL 3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A leaner alternative to LSTM — merges memory into one state and uses just two gates: update and reset. Roughly 25% fewer parameters, so it trains faster with similar accuracy.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Gates:  </a:t>
            </a:r>
            <a:r>
              <a:rPr lang="en-US" sz="1250" dirty="0">
                <a:solidFill>
                  <a:srgbClr val="1E293B"/>
                </a:solidFill>
              </a:rPr>
              <a:t>2 (update, reset)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36168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Memory:  </a:t>
            </a:r>
            <a:r>
              <a:rPr lang="en-US" sz="1250" dirty="0">
                <a:solidFill>
                  <a:srgbClr val="1E293B"/>
                </a:solidFill>
              </a:rPr>
              <a:t>Long-term (simplified)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92861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Best for:  </a:t>
            </a:r>
            <a:r>
              <a:rPr lang="en-US" sz="1250" dirty="0">
                <a:solidFill>
                  <a:srgbClr val="1E293B"/>
                </a:solidFill>
              </a:rPr>
              <a:t>Long text, limited time/compute</a:t>
            </a:r>
            <a:endParaRPr lang="en-US" sz="1250" dirty="0"/>
          </a:p>
        </p:txBody>
      </p:sp>
      <p:pic>
        <p:nvPicPr>
          <p:cNvPr id="10" name="Image 0" descr="diagrams2/gru_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996641"/>
            <a:ext cx="6537960" cy="35962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MODEL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architecture &amp; training setup</a:t>
            </a:r>
            <a:endParaRPr lang="en-US" sz="2600" dirty="0"/>
          </a:p>
        </p:txBody>
      </p:sp>
      <p:pic>
        <p:nvPicPr>
          <p:cNvPr id="5" name="Image 0" descr="diagrams2/model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10881360" cy="3182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07492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5074920"/>
            <a:ext cx="54864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514807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Vocabulary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" y="540410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10,000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468880" y="507492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5074920"/>
            <a:ext cx="54864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70048" y="514807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Seq. length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70048" y="540410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200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97680" y="507492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074920"/>
            <a:ext cx="54864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98848" y="514807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Embedding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98848" y="540410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128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507492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5074920"/>
            <a:ext cx="54864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514807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Hidden units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27648" y="540410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64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955280" y="507492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55280" y="5074920"/>
            <a:ext cx="54864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56448" y="514807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Dropout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156448" y="540410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0.4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784080" y="507492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84080" y="5074920"/>
            <a:ext cx="54864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85248" y="514807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Batch size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985248" y="540410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128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analysis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86400" cy="1737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(s)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Simple RNN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LSTM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GRU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59E0B"/>
                </a:solidFill>
              </a:rPr>
              <a:t>Fill in from comparison_df after running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0" y="1691640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Best model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29400" y="19751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LSTM / GRU — gates beat vanishing gradients</a:t>
            </a:r>
            <a:endParaRPr lang="en-US" sz="1150" dirty="0"/>
          </a:p>
        </p:txBody>
      </p:sp>
      <p:sp>
        <p:nvSpPr>
          <p:cNvPr id="5" name="Shape 7"/>
          <p:cNvSpPr/>
          <p:nvPr/>
        </p:nvSpPr>
        <p:spPr>
          <a:xfrm>
            <a:off x="6400800" y="2743200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697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Fastest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29400" y="302666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Simple RNN, then GRU, then LSTM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0" y="3794760"/>
            <a:ext cx="64008" cy="6858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Best for long text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629400" y="407822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LSTM — dedicated cell state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291840" cy="3291840"/>
          </a:xfrm>
          <a:prstGeom prst="ellipse">
            <a:avLst/>
          </a:prstGeom>
          <a:solidFill>
            <a:srgbClr val="F59E0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7D2FE"/>
                </a:solidFill>
              </a:rPr>
              <a:t>Gated models (LSTM, GRU) are the right default for long, nuanced text like movie reviews.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Notebook — theory + full implementation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Saved model (.keras / .pth)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Performance comparison table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This presentation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</a:rPr>
              <a:t>Professional README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Microsoft Office PowerPoint</Application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2</cp:revision>
  <dcterms:created xsi:type="dcterms:W3CDTF">2026-07-28T19:51:21Z</dcterms:created>
  <dcterms:modified xsi:type="dcterms:W3CDTF">2026-07-28T20:52:51Z</dcterms:modified>
</cp:coreProperties>
</file>